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8D3F90-3669-41CA-B8FC-DDAAAD47D0D0}" v="3" dt="2026-08-19T14:38:32.1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33" autoAdjust="0"/>
  </p:normalViewPr>
  <p:slideViewPr>
    <p:cSldViewPr snapToGrid="0" snapToObjects="1">
      <p:cViewPr varScale="1">
        <p:scale>
          <a:sx n="78" d="100"/>
          <a:sy n="78" d="100"/>
        </p:scale>
        <p:origin x="264" y="91"/>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19-08-2026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19-08-2026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19-08-2026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19-08-2026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19-08-2026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19-08-2026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19-08-2026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19-08-2026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19-08-2026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19-08-2026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19-08-2026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19-08-2026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19-08-2026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19-08-2026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19-08-2026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19-08-2026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19-08-2026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19-08-2026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1014108" y="241948"/>
            <a:ext cx="10392383" cy="776839"/>
          </a:xfrm>
        </p:spPr>
        <p:txBody>
          <a:bodyPr>
            <a:noAutofit/>
          </a:bodyPr>
          <a:lstStyle/>
          <a:p>
            <a:pPr algn="ctr">
              <a:lnSpc>
                <a:spcPct val="100000"/>
              </a:lnSpc>
            </a:pPr>
            <a:br>
              <a:rPr lang="en-US" sz="2400" b="1" dirty="0">
                <a:cs typeface="Arial" panose="020B0604020202020204" pitchFamily="34" charset="0"/>
              </a:rPr>
            </a:b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solidFill>
                  <a:srgbClr val="FF0000"/>
                </a:solidFill>
                <a:latin typeface="+mn-lt"/>
                <a:cs typeface="Arial" panose="020B0604020202020204" pitchFamily="34" charset="0"/>
              </a:rPr>
            </a:br>
            <a:r>
              <a:rPr lang="en-US" sz="2800" b="1" u="sng" dirty="0">
                <a:solidFill>
                  <a:schemeClr val="accent1">
                    <a:lumMod val="50000"/>
                  </a:schemeClr>
                </a:solidFill>
                <a:latin typeface="+mn-lt"/>
                <a:cs typeface="Arial" panose="020B0604020202020204" pitchFamily="34" charset="0"/>
              </a:rPr>
              <a:t>Smart Hostel and Mess Administration Management Information System</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3954526372"/>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M Sai </a:t>
                      </a:r>
                      <a:r>
                        <a:rPr lang="en-US"/>
                        <a:t>Bhavitha Reddy</a:t>
                      </a:r>
                      <a:endParaRPr lang="en-US" dirty="0"/>
                    </a:p>
                  </a:txBody>
                  <a:tcPr/>
                </a:tc>
                <a:tc>
                  <a:txBody>
                    <a:bodyPr/>
                    <a:lstStyle/>
                    <a:p>
                      <a:r>
                        <a:rPr lang="en-US" dirty="0"/>
                        <a:t>2520030551</a:t>
                      </a:r>
                    </a:p>
                  </a:txBody>
                  <a:tcPr/>
                </a:tc>
                <a:extLst>
                  <a:ext uri="{0D108BD9-81ED-4DB2-BD59-A6C34878D82A}">
                    <a16:rowId xmlns:a16="http://schemas.microsoft.com/office/drawing/2014/main" val="253518174"/>
                  </a:ext>
                </a:extLst>
              </a:tr>
              <a:tr h="370840">
                <a:tc>
                  <a:txBody>
                    <a:bodyPr/>
                    <a:lstStyle/>
                    <a:p>
                      <a:r>
                        <a:rPr lang="en-US" dirty="0"/>
                        <a:t>Ramagiri Rishik</a:t>
                      </a:r>
                    </a:p>
                  </a:txBody>
                  <a:tcPr/>
                </a:tc>
                <a:tc>
                  <a:txBody>
                    <a:bodyPr/>
                    <a:lstStyle/>
                    <a:p>
                      <a:r>
                        <a:rPr lang="en-US" dirty="0"/>
                        <a:t>2520030333</a:t>
                      </a:r>
                    </a:p>
                  </a:txBody>
                  <a:tcPr/>
                </a:tc>
                <a:extLst>
                  <a:ext uri="{0D108BD9-81ED-4DB2-BD59-A6C34878D82A}">
                    <a16:rowId xmlns:a16="http://schemas.microsoft.com/office/drawing/2014/main" val="2413438055"/>
                  </a:ext>
                </a:extLst>
              </a:tr>
              <a:tr h="370840">
                <a:tc>
                  <a:txBody>
                    <a:bodyPr/>
                    <a:lstStyle/>
                    <a:p>
                      <a:r>
                        <a:rPr lang="en-US" dirty="0"/>
                        <a:t>G. Hitesh</a:t>
                      </a:r>
                    </a:p>
                  </a:txBody>
                  <a:tcPr/>
                </a:tc>
                <a:tc>
                  <a:txBody>
                    <a:bodyPr/>
                    <a:lstStyle/>
                    <a:p>
                      <a:r>
                        <a:rPr lang="en-US" dirty="0"/>
                        <a:t>2520030370</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3581639093"/>
              </p:ext>
            </p:extLst>
          </p:nvPr>
        </p:nvGraphicFramePr>
        <p:xfrm>
          <a:off x="838199" y="1416193"/>
          <a:ext cx="10515600" cy="3598366"/>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a:t>
                      </a:r>
                      <a:r>
                        <a:rPr lang="en-US" dirty="0" err="1"/>
                        <a:t>Candidatez</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 Sai Bhavitha Reddy</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Project Lead / Backend &amp; Database Engineer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Ramagiri Rishik</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AI/Feature Development &amp; Quality Assurance Engineer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 Hitesh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Frontend Developer / UI-UX Designer</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a:xfrm>
            <a:off x="838200" y="0"/>
            <a:ext cx="10515600" cy="1325563"/>
          </a:xfrm>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838200" y="1253331"/>
            <a:ext cx="10515600" cy="4351338"/>
          </a:xfrm>
        </p:spPr>
        <p:txBody>
          <a:bodyPr>
            <a:noAutofit/>
          </a:bodyPr>
          <a:lstStyle/>
          <a:p>
            <a:r>
              <a:rPr lang="en-IN" sz="2400" dirty="0"/>
              <a:t>The Smart Hostel and Mess Administration Management Information System is a centralized digital platform designed to simplify and automate the management of hostel and mess activities in educational institutions. Traditional hostel administration often involves manual record keeping for student accommodation, room allocation, attendance, fee payments, complaints, and mess operations, which can be time-consuming and prone to errors. The proposed system provides an efficient and user-friendly solution for managing these activities through a single integrated </a:t>
            </a:r>
            <a:r>
              <a:rPr lang="en-IN" sz="2400" dirty="0" err="1"/>
              <a:t>platform.Overall</a:t>
            </a:r>
            <a:r>
              <a:rPr lang="en-IN" sz="2400" dirty="0"/>
              <a:t>, the system reduces paperwork, saves time, minimizes errors, and improves communication between students, hostel staff, and administrators.</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a:xfrm>
            <a:off x="838200" y="16333"/>
            <a:ext cx="10515600" cy="1325563"/>
          </a:xfrm>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a:xfrm>
            <a:off x="838200" y="1253331"/>
            <a:ext cx="10515600" cy="4351338"/>
          </a:xfrm>
        </p:spPr>
        <p:txBody>
          <a:bodyPr>
            <a:normAutofit/>
          </a:bodyPr>
          <a:lstStyle/>
          <a:p>
            <a:pPr marL="0" indent="0">
              <a:buNone/>
            </a:pPr>
            <a:r>
              <a:rPr lang="en-IN" sz="2400" dirty="0"/>
              <a:t>Managing hostel and mess activities manually can be time-consuming and may lead to mistakes, missing records, and unnecessary paperwork. The Smart Hostel and Mess Administration Management Information System provides a simple and centralized digital platform to manage all important hostel and mess activities in one place. It helps administrators manage student details, room allocation, hostel fees, attendance, mess activities, and complaints efficiently. Students can also access important information and submit complaints or requests through the system. The system keeps records organized and makes it easier to update and find information whenever needed. Overall, it saves time, reduces paperwork, minimizes human errors, improves communication, and makes hostel and mess management faster, easier, and more efficient.</a:t>
            </a:r>
          </a:p>
          <a:p>
            <a:endParaRPr lang="en-US" sz="2600"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a:xfrm>
            <a:off x="838200" y="136525"/>
            <a:ext cx="10515600" cy="1325563"/>
          </a:xfrm>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838200" y="1472617"/>
            <a:ext cx="10515600" cy="4351338"/>
          </a:xfrm>
        </p:spPr>
        <p:txBody>
          <a:bodyPr>
            <a:normAutofit/>
          </a:bodyPr>
          <a:lstStyle/>
          <a:p>
            <a:r>
              <a:rPr lang="en-IN" sz="2600" b="1" dirty="0"/>
              <a:t>Existing System </a:t>
            </a:r>
            <a:r>
              <a:rPr lang="en-IN" sz="2600" dirty="0"/>
              <a:t>:- Manual Hostel and Mess Management System.</a:t>
            </a:r>
          </a:p>
          <a:p>
            <a:pPr marL="0" indent="0">
              <a:buNone/>
            </a:pPr>
            <a:r>
              <a:rPr lang="en-IN" dirty="0"/>
              <a:t>The existing hostel and mess management system is mainly handled manually using registers, paper records, and spreadsheets. Student details, room allocation, fees, attendance, complaints, and mess records are maintained separately.</a:t>
            </a:r>
          </a:p>
          <a:p>
            <a:pPr marL="0" indent="0">
              <a:buNone/>
            </a:pPr>
            <a:r>
              <a:rPr lang="en-IN" dirty="0"/>
              <a:t>This process takes a lot of time and can lead to errors, duplicate records, and difficulty in finding information. Room vacancies and fee payments also need to be checked manually, making the work more difficult for hostel staff. As the number of students increases, managing all the records manually becomes more challenging.</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a:xfrm>
            <a:off x="838200" y="129127"/>
            <a:ext cx="10515600" cy="1325563"/>
          </a:xfrm>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838200" y="1271751"/>
            <a:ext cx="10515600" cy="4351338"/>
          </a:xfrm>
        </p:spPr>
        <p:txBody>
          <a:bodyPr>
            <a:noAutofit/>
          </a:bodyPr>
          <a:lstStyle/>
          <a:p>
            <a:r>
              <a:rPr lang="en-IN" sz="2400" b="1" dirty="0"/>
              <a:t>Time-Consuming Process </a:t>
            </a:r>
            <a:r>
              <a:rPr lang="en-IN" sz="2400" dirty="0"/>
              <a:t>– Maintaining student, room, fee, and mess records manually requires a lot of time and effort. </a:t>
            </a:r>
          </a:p>
          <a:p>
            <a:r>
              <a:rPr lang="en-IN" sz="2400" b="1" dirty="0"/>
              <a:t>Data Entry Errors </a:t>
            </a:r>
            <a:r>
              <a:rPr lang="en-IN" sz="2400" dirty="0"/>
              <a:t>– Manual entry can lead to incorrect student details, fee records, room allocations, attendance information, and Duplication and Loss . </a:t>
            </a:r>
          </a:p>
          <a:p>
            <a:r>
              <a:rPr lang="en-IN" sz="2400" b="1" dirty="0"/>
              <a:t>Poor Fee Management </a:t>
            </a:r>
            <a:r>
              <a:rPr lang="en-IN" sz="2400" dirty="0"/>
              <a:t>– Tracking hostel fees, pending payments, and payment history manually is difficult and may result in missed or incorrect records.</a:t>
            </a:r>
          </a:p>
          <a:p>
            <a:r>
              <a:rPr lang="en-IN" sz="2400" b="1" dirty="0"/>
              <a:t>Mess Management Issues </a:t>
            </a:r>
            <a:r>
              <a:rPr lang="en-IN" sz="2400" dirty="0"/>
              <a:t>– Managing daily meal attendance, food requirements, menu details, and mess expenses manually can be inefficient. </a:t>
            </a:r>
          </a:p>
          <a:p>
            <a:r>
              <a:rPr lang="en-IN" sz="2400" b="1" dirty="0"/>
              <a:t>Complaint Management Problems </a:t>
            </a:r>
            <a:r>
              <a:rPr lang="en-IN" sz="2400" dirty="0"/>
              <a:t>– Students may have to visit the hostel office personally to report complaints, and tracking their status can be difficult. Data </a:t>
            </a:r>
          </a:p>
          <a:p>
            <a:r>
              <a:rPr lang="en-IN" sz="2400" b="1" dirty="0"/>
              <a:t>Lack of Real-Time Information </a:t>
            </a:r>
            <a:r>
              <a:rPr lang="en-IN" sz="2400" dirty="0"/>
              <a:t>– Administrators cannot easily obtain updated information about room occupancy, student attendance, fees, or mess activities.</a:t>
            </a:r>
            <a:endParaRPr lang="en-US" sz="2400"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a:xfrm>
            <a:off x="838200" y="18255"/>
            <a:ext cx="10515600" cy="1061447"/>
          </a:xfrm>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838200" y="1168925"/>
            <a:ext cx="10515600" cy="5288436"/>
          </a:xfrm>
        </p:spPr>
        <p:txBody>
          <a:bodyPr>
            <a:normAutofit fontScale="77500" lnSpcReduction="20000"/>
          </a:bodyPr>
          <a:lstStyle/>
          <a:p>
            <a:pPr marL="0" indent="0">
              <a:buNone/>
            </a:pPr>
            <a:r>
              <a:rPr lang="en-IN" sz="2900" dirty="0"/>
              <a:t>The Smart Hostel and Mess Administration Management Information System provides a centralized digital solution to overcome the limitations of the existing manual hostel and mess management system. The proposed system automates major hostel and mess activities, reduces paperwork, minimizes human errors, and makes information easily accessible to authorized users.</a:t>
            </a:r>
          </a:p>
          <a:p>
            <a:pPr marL="0" indent="0">
              <a:buNone/>
            </a:pPr>
            <a:r>
              <a:rPr lang="en-IN" sz="2900" b="1" dirty="0"/>
              <a:t>Key Contributions:-</a:t>
            </a:r>
          </a:p>
          <a:p>
            <a:r>
              <a:rPr lang="en-IN" sz="2900" b="1" dirty="0"/>
              <a:t>Digital Student Management </a:t>
            </a:r>
            <a:r>
              <a:rPr lang="en-IN" sz="2900" dirty="0"/>
              <a:t>– Stores and manages student details in a centralized database for easy access and updating. </a:t>
            </a:r>
          </a:p>
          <a:p>
            <a:r>
              <a:rPr lang="en-IN" sz="2900" b="1" dirty="0"/>
              <a:t>Smart Room Allocation </a:t>
            </a:r>
            <a:r>
              <a:rPr lang="en-IN" sz="2900" dirty="0"/>
              <a:t>– Provides information about available and occupied rooms and helps administrators assign rooms efficiently.</a:t>
            </a:r>
          </a:p>
          <a:p>
            <a:r>
              <a:rPr lang="en-IN" sz="2900" b="1" dirty="0"/>
              <a:t>Hostel Fee Management </a:t>
            </a:r>
            <a:r>
              <a:rPr lang="en-IN" sz="2900" dirty="0"/>
              <a:t>– Maintains fee payment records, pending payments, and payment history, reducing manual calculations and errors.</a:t>
            </a:r>
          </a:p>
          <a:p>
            <a:r>
              <a:rPr lang="en-IN" sz="2900" b="1" dirty="0"/>
              <a:t>Mess Management </a:t>
            </a:r>
            <a:r>
              <a:rPr lang="en-IN" sz="2900" dirty="0"/>
              <a:t>– Manages mess registration, meal attendance, menu details, and other mess-related records efficiently. </a:t>
            </a:r>
          </a:p>
          <a:p>
            <a:r>
              <a:rPr lang="en-IN" sz="2900" b="1" dirty="0"/>
              <a:t>Online Complaint Management </a:t>
            </a:r>
            <a:r>
              <a:rPr lang="en-IN" sz="2900" dirty="0"/>
              <a:t>– Allows students to submit hostel or mess complaints digitally and enables administrators to track and resolve them. </a:t>
            </a:r>
          </a:p>
          <a:p>
            <a:r>
              <a:rPr lang="en-IN" sz="2900" b="1" dirty="0"/>
              <a:t>Centralized Database </a:t>
            </a:r>
            <a:r>
              <a:rPr lang="en-IN" sz="2900" dirty="0"/>
              <a:t>– Stores hostel, student, room, fee, attendance, and mess information in one secure system.</a:t>
            </a:r>
            <a:endParaRPr lang="en-US" sz="2900"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a:xfrm>
            <a:off x="838200" y="-2520"/>
            <a:ext cx="10515600" cy="1325563"/>
          </a:xfrm>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a:xfrm>
            <a:off x="838200" y="1153361"/>
            <a:ext cx="10515600" cy="5473682"/>
          </a:xfrm>
        </p:spPr>
        <p:txBody>
          <a:bodyPr>
            <a:noAutofit/>
          </a:bodyPr>
          <a:lstStyle/>
          <a:p>
            <a:r>
              <a:rPr lang="en-IN" sz="2400" b="1" dirty="0"/>
              <a:t>To automate hostel management </a:t>
            </a:r>
            <a:r>
              <a:rPr lang="en-IN" sz="2400" dirty="0"/>
              <a:t>activities such as student registration, room allocation, room availability, and hostel records.</a:t>
            </a:r>
          </a:p>
          <a:p>
            <a:r>
              <a:rPr lang="en-IN" sz="2400" b="1" dirty="0"/>
              <a:t>To maintain student information </a:t>
            </a:r>
            <a:r>
              <a:rPr lang="en-IN" sz="2400" dirty="0"/>
              <a:t>in a centralized database for easy and secure access.</a:t>
            </a:r>
          </a:p>
          <a:p>
            <a:r>
              <a:rPr lang="en-IN" sz="2400" b="1" dirty="0"/>
              <a:t>To manage hostel fee records </a:t>
            </a:r>
            <a:r>
              <a:rPr lang="en-IN" sz="2400" dirty="0"/>
              <a:t>including payments, pending fees, and payment history efficiently.</a:t>
            </a:r>
          </a:p>
          <a:p>
            <a:r>
              <a:rPr lang="en-IN" sz="2400" b="1" dirty="0"/>
              <a:t>To reduce manual paperwork and human errors </a:t>
            </a:r>
            <a:r>
              <a:rPr lang="en-IN" sz="2400" dirty="0"/>
              <a:t>by replacing traditional registers with a computerized system. </a:t>
            </a:r>
          </a:p>
          <a:p>
            <a:r>
              <a:rPr lang="en-IN" sz="2400" b="1" dirty="0"/>
              <a:t>To provide real-time information </a:t>
            </a:r>
            <a:r>
              <a:rPr lang="en-IN" sz="2400" dirty="0"/>
              <a:t>about room occupancy, student records, fees, attendance, and mess activities. </a:t>
            </a:r>
          </a:p>
          <a:p>
            <a:r>
              <a:rPr lang="en-IN" sz="2400" b="1" dirty="0"/>
              <a:t>To generate accurate reports and dashboards </a:t>
            </a:r>
            <a:r>
              <a:rPr lang="en-IN" sz="2400" dirty="0"/>
              <a:t>that help administrators monitor hostel and mess operations. </a:t>
            </a:r>
          </a:p>
          <a:p>
            <a:r>
              <a:rPr lang="en-IN" sz="2400" b="1" dirty="0"/>
              <a:t>To improve communication</a:t>
            </a:r>
            <a:r>
              <a:rPr lang="en-IN" sz="2400" dirty="0"/>
              <a:t> between students, hostel staff, mess staff, and administrators.</a:t>
            </a:r>
            <a:endParaRPr lang="en-US" sz="2400"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a:xfrm>
            <a:off x="838200" y="183659"/>
            <a:ext cx="10515600" cy="1325563"/>
          </a:xfrm>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838200" y="1757117"/>
            <a:ext cx="10515600" cy="4351338"/>
          </a:xfrm>
        </p:spPr>
        <p:txBody>
          <a:bodyPr>
            <a:normAutofit/>
          </a:bodyPr>
          <a:lstStyle/>
          <a:p>
            <a:r>
              <a:rPr lang="en-IN" sz="2400" dirty="0"/>
              <a:t>Student Management </a:t>
            </a:r>
          </a:p>
          <a:p>
            <a:r>
              <a:rPr lang="en-IN" sz="2400" dirty="0"/>
              <a:t>Room Management </a:t>
            </a:r>
          </a:p>
          <a:p>
            <a:r>
              <a:rPr lang="en-IN" sz="2400" dirty="0"/>
              <a:t>Hostel Fee Management </a:t>
            </a:r>
          </a:p>
          <a:p>
            <a:r>
              <a:rPr lang="en-IN" sz="2400" dirty="0"/>
              <a:t>Mess Management </a:t>
            </a:r>
          </a:p>
          <a:p>
            <a:r>
              <a:rPr lang="en-IN" sz="2400" dirty="0"/>
              <a:t>Complaint Management </a:t>
            </a:r>
          </a:p>
          <a:p>
            <a:r>
              <a:rPr lang="en-IN" sz="2400" dirty="0"/>
              <a:t>Attendance Management </a:t>
            </a:r>
          </a:p>
          <a:p>
            <a:r>
              <a:rPr lang="en-IN" sz="2400" dirty="0"/>
              <a:t>Admin Management </a:t>
            </a:r>
          </a:p>
          <a:p>
            <a:r>
              <a:rPr lang="en-IN" sz="2400" dirty="0"/>
              <a:t>Notification and Communication </a:t>
            </a:r>
          </a:p>
          <a:p>
            <a:r>
              <a:rPr lang="en-IN" sz="2400" dirty="0"/>
              <a:t>Reports and Dashboard</a:t>
            </a:r>
            <a:endParaRPr lang="en-US" sz="2400"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a:xfrm>
            <a:off x="838200" y="171712"/>
            <a:ext cx="10515600" cy="1325563"/>
          </a:xfrm>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a:xfrm>
            <a:off x="838200" y="1785675"/>
            <a:ext cx="10515600" cy="4351338"/>
          </a:xfrm>
        </p:spPr>
        <p:txBody>
          <a:bodyPr>
            <a:normAutofit/>
          </a:bodyPr>
          <a:lstStyle/>
          <a:p>
            <a:r>
              <a:rPr lang="en-IN" sz="2400" dirty="0"/>
              <a:t>Operating System:- Ubuntu </a:t>
            </a:r>
          </a:p>
          <a:p>
            <a:r>
              <a:rPr lang="en-IN" sz="2400" dirty="0"/>
              <a:t>Front-End Technologies:- HTML5, CSS3, JavaScript </a:t>
            </a:r>
          </a:p>
          <a:p>
            <a:r>
              <a:rPr lang="en-IN" sz="2400" dirty="0"/>
              <a:t>Back-End Technologies:- Java, Python, PHP Server-side framework as required.</a:t>
            </a:r>
          </a:p>
          <a:p>
            <a:r>
              <a:rPr lang="en-IN" sz="2400" dirty="0"/>
              <a:t>Database:- MySQL </a:t>
            </a:r>
          </a:p>
          <a:p>
            <a:r>
              <a:rPr lang="en-IN" sz="2400" dirty="0"/>
              <a:t>Development Environment:- Visual Studio Code</a:t>
            </a:r>
          </a:p>
          <a:p>
            <a:r>
              <a:rPr lang="en-IN" sz="2400" dirty="0"/>
              <a:t>Web Server:- Apache, XAMPP (if using PHP) </a:t>
            </a:r>
          </a:p>
          <a:p>
            <a:r>
              <a:rPr lang="en-IN" sz="2400" dirty="0"/>
              <a:t>Browser:- Google Chrome Mozilla Firefox Microsoft Edge </a:t>
            </a:r>
          </a:p>
          <a:p>
            <a:r>
              <a:rPr lang="en-IN" sz="2400" dirty="0"/>
              <a:t>Database Management Tool:- MySQL Workbench, phpMyAdmin </a:t>
            </a:r>
          </a:p>
          <a:p>
            <a:r>
              <a:rPr lang="en-IN" sz="2400" dirty="0"/>
              <a:t>Version Control:- Git and GitHub</a:t>
            </a:r>
            <a:endParaRPr lang="en-US" sz="2400"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561122" y="190794"/>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A9C14498-792D-0D3F-91D9-0E48F8EA2F41}"/>
              </a:ext>
            </a:extLst>
          </p:cNvPr>
          <p:cNvSpPr txBox="1"/>
          <p:nvPr/>
        </p:nvSpPr>
        <p:spPr>
          <a:xfrm>
            <a:off x="1087192" y="996160"/>
            <a:ext cx="9512431" cy="4770537"/>
          </a:xfrm>
          <a:prstGeom prst="rect">
            <a:avLst/>
          </a:prstGeom>
          <a:noFill/>
        </p:spPr>
        <p:txBody>
          <a:bodyPr wrap="square" rtlCol="0">
            <a:spAutoFit/>
          </a:bodyPr>
          <a:lstStyle/>
          <a:p>
            <a:r>
              <a:rPr lang="en-IN" sz="2800" b="1" dirty="0"/>
              <a:t>Conclusion:</a:t>
            </a:r>
          </a:p>
          <a:p>
            <a:r>
              <a:rPr lang="en-IN" dirty="0"/>
              <a:t>The Smart Hostel and Mess Management System makes hostel and mess management easy, fast, and organized. It manages student details, rooms, fees, attendance, mess activities, and complaints in one system.</a:t>
            </a:r>
          </a:p>
          <a:p>
            <a:r>
              <a:rPr lang="en-IN" dirty="0"/>
              <a:t>The system reduces paperwork and errors, saves time, and improves communication between students and administrators.</a:t>
            </a:r>
          </a:p>
          <a:p>
            <a:endParaRPr lang="en-IN" dirty="0"/>
          </a:p>
          <a:p>
            <a:r>
              <a:rPr lang="en-IN" sz="2400" b="1" u="sng" dirty="0"/>
              <a:t>Future scope:</a:t>
            </a:r>
            <a:endParaRPr lang="en-IN" sz="2400" b="1" dirty="0"/>
          </a:p>
          <a:p>
            <a:endParaRPr lang="en-IN" dirty="0"/>
          </a:p>
          <a:p>
            <a:r>
              <a:rPr lang="en-IN" dirty="0"/>
              <a:t>The system can be enhanced in the future by adding advanced features such as: </a:t>
            </a:r>
            <a:br>
              <a:rPr lang="en-IN" dirty="0"/>
            </a:br>
            <a:endParaRPr lang="en-IN" dirty="0"/>
          </a:p>
          <a:p>
            <a:pPr marL="285750" indent="-285750">
              <a:buFont typeface="Arial" panose="020B0604020202020204" pitchFamily="34" charset="0"/>
              <a:buChar char="•"/>
            </a:pPr>
            <a:r>
              <a:rPr lang="en-IN" dirty="0"/>
              <a:t>Mobile Application for students and administrators.</a:t>
            </a:r>
          </a:p>
          <a:p>
            <a:pPr marL="285750" indent="-285750">
              <a:buFont typeface="Arial" panose="020B0604020202020204" pitchFamily="34" charset="0"/>
              <a:buChar char="•"/>
            </a:pPr>
            <a:r>
              <a:rPr lang="en-IN" dirty="0"/>
              <a:t>Online Payment Integration for hostel and mess fees.</a:t>
            </a:r>
          </a:p>
          <a:p>
            <a:pPr marL="285750" indent="-285750">
              <a:buFont typeface="Arial" panose="020B0604020202020204" pitchFamily="34" charset="0"/>
              <a:buChar char="•"/>
            </a:pPr>
            <a:r>
              <a:rPr lang="en-IN" dirty="0"/>
              <a:t>Biometric or QR-Based Attendance for accurate attendance tracking.</a:t>
            </a:r>
          </a:p>
          <a:p>
            <a:pPr marL="285750" indent="-285750">
              <a:buFont typeface="Arial" panose="020B0604020202020204" pitchFamily="34" charset="0"/>
              <a:buChar char="•"/>
            </a:pPr>
            <a:r>
              <a:rPr lang="en-IN" dirty="0"/>
              <a:t>AI-Based Food Demand Prediction to reduce food wastage. </a:t>
            </a:r>
          </a:p>
          <a:p>
            <a:pPr marL="285750" indent="-285750">
              <a:buFont typeface="Arial" panose="020B0604020202020204" pitchFamily="34" charset="0"/>
              <a:buChar char="•"/>
            </a:pPr>
            <a:r>
              <a:rPr lang="en-IN" dirty="0"/>
              <a:t>Digital Visitor Management for tracking hostel visitors. </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8389</TotalTime>
  <Words>1136</Words>
  <Application>Microsoft Office PowerPoint</Application>
  <PresentationFormat>Widescreen</PresentationFormat>
  <Paragraphs>126</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  1st  REVIEW Smart Hostel and Mess Administration Management Information System </vt:lpstr>
      <vt:lpstr>GROUP NUMBER:1</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Bhavitha Reddy</cp:lastModifiedBy>
  <cp:revision>99</cp:revision>
  <dcterms:created xsi:type="dcterms:W3CDTF">2022-05-20T10:20:31Z</dcterms:created>
  <dcterms:modified xsi:type="dcterms:W3CDTF">2026-08-19T14:40:07Z</dcterms:modified>
</cp:coreProperties>
</file>