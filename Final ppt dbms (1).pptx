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tha Reddy" userId="71701092920b4c6e" providerId="LiveId" clId="{4467402C-58E4-476E-B7B4-B24E2BEE1C7F}"/>
    <pc:docChg chg="modSld">
      <pc:chgData name="Bhavitha Reddy" userId="71701092920b4c6e" providerId="LiveId" clId="{4467402C-58E4-476E-B7B4-B24E2BEE1C7F}" dt="2026-10-02T13:42:45.042" v="0" actId="20577"/>
      <pc:docMkLst>
        <pc:docMk/>
      </pc:docMkLst>
      <pc:sldChg chg="modSp mod">
        <pc:chgData name="Bhavitha Reddy" userId="71701092920b4c6e" providerId="LiveId" clId="{4467402C-58E4-476E-B7B4-B24E2BEE1C7F}" dt="2026-10-02T13:42:45.042" v="0" actId="20577"/>
        <pc:sldMkLst>
          <pc:docMk/>
          <pc:sldMk cId="0" sldId="256"/>
        </pc:sldMkLst>
        <pc:spChg chg="mod">
          <ac:chgData name="Bhavitha Reddy" userId="71701092920b4c6e" providerId="LiveId" clId="{4467402C-58E4-476E-B7B4-B24E2BEE1C7F}" dt="2026-10-02T13:42:45.042" v="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87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8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00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2846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12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3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9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8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1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0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8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5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9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45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4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1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92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4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54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837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26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322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59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40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14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25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C6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26517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0" y="914400"/>
            <a:ext cx="7040880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FFFFFF"/>
                </a:solidFill>
                <a:latin typeface="Aptos"/>
              </a:rPr>
              <a:t>Smart Hostel &amp;
Mess Administration
Management 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0832" y="3337560"/>
            <a:ext cx="67665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5E2E0"/>
                </a:solidFill>
                <a:latin typeface="Aptos"/>
              </a:rPr>
              <a:t>A centralized digital platform for hostel, student, fee,
attendance, complaint and mess administration.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61772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B49"/>
                </a:solidFill>
                <a:latin typeface="Aptos"/>
              </a:rPr>
              <a:t>TEAM 14  •  SECTION 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956048"/>
            <a:ext cx="59436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M Sai Bhavitha Reddy  •  2520030551
Ramagiri Rishik  •  2520030333
G. Hitesh  •  2520030370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10912"/>
            <a:ext cx="30175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D5E2E0"/>
                </a:solidFill>
                <a:latin typeface="Aptos"/>
              </a:rPr>
              <a:t>Under the guidance of Dr. Y. Subbarayudu
Assistant Professor, Department of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144768"/>
            <a:ext cx="6858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B8CBC8"/>
                </a:solidFill>
                <a:latin typeface="Aptos"/>
              </a:rPr>
              <a:t>Koneru Lakshmaiah Education Foundation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Why the system is needed and what it brings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02996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29968"/>
            <a:ext cx="24963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Centralized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297180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 single platform for student records, rooms, fees, attendance, complaints, notices and mess activities.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141732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2029968"/>
            <a:ext cx="420624" cy="420624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29968"/>
            <a:ext cx="24963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Digital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41448"/>
            <a:ext cx="297180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Moves repetitive hostel and mess activities from manual registers to structured digital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64008" cy="14173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39328" y="202996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29968"/>
            <a:ext cx="2496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Better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41448"/>
            <a:ext cx="297180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Dashboards and reports provide administrators with organized operational information.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0927080" cy="1691640"/>
          </a:xfrm>
          <a:prstGeom prst="roundRect">
            <a:avLst/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05072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PROJECT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70832"/>
            <a:ext cx="102412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6232D"/>
                </a:solidFill>
                <a:latin typeface="Aptos"/>
              </a:rPr>
              <a:t>The proposed system integrates hostel and mess administration into one user-friendly platform, reducing paperwork and improving access to student, accommodation, fee, attendance, complaint and mess information.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02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Limitations of manual and disconnected hostel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29844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Time-consuming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Student, room, fee and mess records require repeated manual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64008" cy="1298448"/>
          </a:xfrm>
          <a:prstGeom prst="rect">
            <a:avLst/>
          </a:prstGeom>
          <a:solidFill>
            <a:srgbClr val="D3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8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Data-entry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41448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Incorrect or duplicated records can affect allocation, fees and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1828800"/>
            <a:ext cx="64008" cy="129844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2029968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Fee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41448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Pending payments and payment history are harder to monitor without centralization.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01568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01568"/>
            <a:ext cx="64008" cy="129844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02736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Mess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14215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Menus, meal participation and food requirements need coordinated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01568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01568"/>
            <a:ext cx="64008" cy="1298448"/>
          </a:xfrm>
          <a:prstGeom prst="rect">
            <a:avLst/>
          </a:prstGeom>
          <a:solidFill>
            <a:srgbClr val="D3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602736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Complaint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14215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Personal reporting can make complaint status and follow-up difficult to track.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401568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59" y="3401568"/>
            <a:ext cx="64008" cy="129844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59" y="3602736"/>
            <a:ext cx="29992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Limited real-time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014215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Administrators may not have an updated picture of occupancy and operations.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A centralized workflow connecting users, application logic and MySQL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971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3337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202996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29968"/>
            <a:ext cx="20391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Users &amp;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8"/>
            <a:ext cx="2514600" cy="2569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• Admin
• Hostel / Mess Staff
• Students
Web-based screens for login, records, dashboards, complaints and updates.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3493008"/>
            <a:ext cx="612648" cy="0"/>
          </a:xfrm>
          <a:prstGeom prst="line">
            <a:avLst/>
          </a:prstGeom>
          <a:ln w="38100">
            <a:solidFill>
              <a:srgbClr val="118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15968" y="1828800"/>
            <a:ext cx="32461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64008" cy="333756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20624" cy="420624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029968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441448"/>
            <a:ext cx="2788920" cy="2569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• Authentication &amp; access control
• Validation and business rules
• Module workflows
• Dashboard summaries
• Complaint and notice handling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2088" y="3493008"/>
            <a:ext cx="621791" cy="0"/>
          </a:xfrm>
          <a:prstGeom prst="line">
            <a:avLst/>
          </a:prstGeom>
          <a:ln w="38100">
            <a:solidFill>
              <a:srgbClr val="118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1828800"/>
            <a:ext cx="32461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828800"/>
            <a:ext cx="64008" cy="3337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85048" y="202996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029968"/>
            <a:ext cx="231343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Central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41448"/>
            <a:ext cx="2788920" cy="2569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MySQL stores persistent records for:
Students • Rooms • Fees
Attendance • Mess • Complaints
Notices •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149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Core idea: one consistent source of information for authorized hostel and mess operations.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04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What the project is designed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6675120" cy="4251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Automate student registration and room allocation.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Maintain student information in a centralized database.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Manage hostel fee payments, pending fees and payment history.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Reduce paperwork and human errors through computerized records.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Provide timely information about occupancy, attendance, fees and mess activities.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Generate dashboards and reports for administrative monitoring.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1847B"/>
                </a:solidFill>
                <a:latin typeface="Aptos"/>
              </a:rPr>
              <a:t>● </a:t>
            </a:r>
            <a:r>
              <a:rPr sz="1600">
                <a:solidFill>
                  <a:srgbClr val="232B2F"/>
                </a:solidFill>
                <a:latin typeface="Aptos"/>
              </a:rPr>
              <a:t>Improve communication between students, hostel staff, mess staff and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828800"/>
            <a:ext cx="64008" cy="1051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19288" y="202996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201625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29968"/>
            <a:ext cx="254203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41448"/>
            <a:ext cx="3017520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Digitize repetitive record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6324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3063240"/>
            <a:ext cx="64008" cy="105156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19288" y="3264408"/>
            <a:ext cx="420624" cy="420624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325069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264408"/>
            <a:ext cx="254203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Centralization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675888"/>
            <a:ext cx="3017520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Keep related operational data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29768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4297680"/>
            <a:ext cx="64008" cy="1051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19288" y="449884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448513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498848"/>
            <a:ext cx="254203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910328"/>
            <a:ext cx="3017520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Make updates and complaint information easier to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05 •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The project is organized into modular hostel and mess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4008" cy="1078992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Student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Registration, profiles and student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783080"/>
            <a:ext cx="64008" cy="1078992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98424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Room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95728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Allocation, availability and occupancy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783080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783080"/>
            <a:ext cx="64008" cy="1078992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3" y="198424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Fee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395728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Payments, pending fees and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36391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36391"/>
            <a:ext cx="64008" cy="1078992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37560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Hostel-related attendance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136391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136391"/>
            <a:ext cx="64008" cy="1078992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3337560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Mess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749039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Menus, meal registration and meal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36391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136391"/>
            <a:ext cx="64008" cy="1078992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3" y="3337560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Complaint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3749039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Digital complaint submission and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9704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489704"/>
            <a:ext cx="64008" cy="1078992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690872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Admin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02352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Administrative dashboard and controls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4489704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70832" y="4489704"/>
            <a:ext cx="64008" cy="1078992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9432" y="4690872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5102352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Notices and communication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489704"/>
            <a:ext cx="3383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1583" y="4489704"/>
            <a:ext cx="64008" cy="1078992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0183" y="4690872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Reports &amp;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3" y="5102352"/>
            <a:ext cx="2926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Operational summaries for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06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2446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657074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4626" y="1554480"/>
            <a:ext cx="8458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240280" y="1860804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847B"/>
                </a:solidFill>
                <a:latin typeface="Aptos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1824228"/>
            <a:ext cx="5212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16232D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551175"/>
            <a:ext cx="8458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9709" y="2866644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dirty="0">
                <a:solidFill>
                  <a:srgbClr val="E0AB49"/>
                </a:solidFill>
                <a:latin typeface="Aptos"/>
              </a:rPr>
              <a:t>APPLICATION /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889503"/>
            <a:ext cx="5212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16232D"/>
                </a:solidFill>
                <a:latin typeface="Aptos"/>
              </a:rPr>
              <a:t>Authentication • Validation • Business Logic • Module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502152"/>
            <a:ext cx="8458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3799332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dirty="0">
                <a:solidFill>
                  <a:srgbClr val="11847B"/>
                </a:solidFill>
                <a:latin typeface="Aptos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739896"/>
            <a:ext cx="5212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16232D"/>
                </a:solidFill>
                <a:latin typeface="Aptos"/>
              </a:rPr>
              <a:t>MySQL • Structured records • Persistent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85800" y="4434840"/>
            <a:ext cx="64008" cy="9601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7"/>
            <a:ext cx="2862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283464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Authorized users access the appropriate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4348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4434840"/>
            <a:ext cx="64008" cy="96012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636007"/>
            <a:ext cx="2862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47488"/>
            <a:ext cx="283464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Inputs are checked before database operations.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4348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4434840"/>
            <a:ext cx="64008" cy="9601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4636007"/>
            <a:ext cx="2862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Centralized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047488"/>
            <a:ext cx="283464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Modules use persistent MySQL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07 •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Users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Role-oriented access keeps workflows clear for different stakeholders.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64008" cy="192024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" y="212140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0769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24963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2971800" cy="1152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Manage hostel operations, fees, complaints, notices and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9202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44568" y="1920240"/>
            <a:ext cx="64008" cy="192024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45736" y="2121408"/>
            <a:ext cx="420624" cy="420624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10769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21408"/>
            <a:ext cx="24963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MESS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532888"/>
            <a:ext cx="2971800" cy="1152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Handle menu, meal registration, meal attendance and feedback-related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9202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11896" y="1920240"/>
            <a:ext cx="64008" cy="192024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13064" y="2121408"/>
            <a:ext cx="420624" cy="420624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13064" y="2107692"/>
            <a:ext cx="42062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121408"/>
            <a:ext cx="2496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532888"/>
            <a:ext cx="2971800" cy="1152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Access personal hostel/mess information, submit complaints and view updates.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32D"/>
                </a:solidFill>
                <a:latin typeface="Aptos"/>
              </a:rPr>
              <a:t>Role-based access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9160"/>
            <a:ext cx="1024128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1847B"/>
                </a:solidFill>
                <a:latin typeface="Aptos"/>
              </a:rPr>
              <a:t>● </a:t>
            </a:r>
            <a:r>
              <a:rPr sz="1400">
                <a:solidFill>
                  <a:srgbClr val="232B2F"/>
                </a:solidFill>
                <a:latin typeface="Aptos"/>
              </a:rPr>
              <a:t>Users interact only with workflows relevant to their role.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1847B"/>
                </a:solidFill>
                <a:latin typeface="Aptos"/>
              </a:rPr>
              <a:t>● </a:t>
            </a:r>
            <a:r>
              <a:rPr sz="1400">
                <a:solidFill>
                  <a:srgbClr val="232B2F"/>
                </a:solidFill>
                <a:latin typeface="Aptos"/>
              </a:rPr>
              <a:t>The dashboard provides a consolidated operational view.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1847B"/>
                </a:solidFill>
                <a:latin typeface="Aptos"/>
              </a:rPr>
              <a:t>● </a:t>
            </a:r>
            <a:r>
              <a:rPr sz="1400">
                <a:solidFill>
                  <a:srgbClr val="232B2F"/>
                </a:solidFill>
                <a:latin typeface="Aptos"/>
              </a:rPr>
              <a:t>Authentication and access control are part of the proposed architecture.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08 •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Technologies documented for the academic project and development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144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HTML5
CSS3
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141732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4144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PHP
(server-side)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14173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02996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4144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64008" cy="141732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7880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Visual Studio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76732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7880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XAMPP
Apache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566160"/>
            <a:ext cx="64008" cy="141732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3767328"/>
            <a:ext cx="2953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Database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78808"/>
            <a:ext cx="2926080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MySQL Workbench
phpMyAdmin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57074"/>
                </a:solidFill>
                <a:latin typeface="Aptos"/>
              </a:rPr>
              <a:t>The project report also lists Ubuntu, modern web browsers, and Git/GitHub within the broader development environment.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94360" y="1783080"/>
            <a:ext cx="11018520" cy="4251960"/>
          </a:xfrm>
          <a:prstGeom prst="roundRect">
            <a:avLst/>
          </a:prstGeom>
          <a:noFill/>
          <a:ln w="1524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09 •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User Interface —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Prototype screen showing role selection and seeded login credentials.</a:t>
            </a:r>
          </a:p>
        </p:txBody>
      </p:sp>
      <p:pic>
        <p:nvPicPr>
          <p:cNvPr id="5" name="Picture 4" descr="image(20261002-13290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99" y="1783080"/>
            <a:ext cx="89338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99048"/>
            <a:ext cx="10332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57074"/>
                </a:solidFill>
                <a:latin typeface="Aptos"/>
              </a:rPr>
              <a:t>The interface presents Admin, Mess Staff and Student roles before sign-in.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94360" y="1664208"/>
            <a:ext cx="11018520" cy="4434840"/>
          </a:xfrm>
          <a:prstGeom prst="roundRect">
            <a:avLst/>
          </a:prstGeom>
          <a:noFill/>
          <a:ln w="1524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10 •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User Interface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Prototype dashboard consolidating key hostel and mess indicators.</a:t>
            </a:r>
          </a:p>
        </p:txBody>
      </p:sp>
      <p:pic>
        <p:nvPicPr>
          <p:cNvPr id="5" name="Picture 4" descr="image(20261002-1333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10749"/>
            <a:ext cx="11018520" cy="3941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5800" y="1691640"/>
            <a:ext cx="6492240" cy="4434840"/>
          </a:xfrm>
          <a:prstGeom prst="roundRect">
            <a:avLst/>
          </a:prstGeom>
          <a:noFill/>
          <a:ln w="1524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11 •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Dashboard &amp; Service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The prototype visualizes operational areas as a connected service console.</a:t>
            </a:r>
          </a:p>
        </p:txBody>
      </p:sp>
      <p:pic>
        <p:nvPicPr>
          <p:cNvPr id="5" name="Picture 4" descr="image(20261002-1333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615618"/>
            <a:ext cx="6492240" cy="25868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828800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828800"/>
            <a:ext cx="64008" cy="114300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029968"/>
            <a:ext cx="33649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41448"/>
            <a:ext cx="333756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Application entry point shown as Port 4000 in the prototype.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182112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3182112"/>
            <a:ext cx="64008" cy="114300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3383280"/>
            <a:ext cx="33649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Auth +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794760"/>
            <a:ext cx="333756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Signed-token and role-based access concepts shown in the prototype.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535424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4535424"/>
            <a:ext cx="64008" cy="114300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4736592"/>
            <a:ext cx="33649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Service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148072"/>
            <a:ext cx="333756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Students &amp; Rooms • Fees • Complaints • Attendance • Mess •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12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A simple flow for common hostel and mess operations.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21792" cy="621792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621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852928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232D"/>
                </a:solidFill>
                <a:latin typeface="Aptos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" y="3218688"/>
            <a:ext cx="1783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57074"/>
                </a:solidFill>
                <a:latin typeface="Aptos"/>
              </a:rPr>
              <a:t>User selects role and signs 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8448" y="2322576"/>
            <a:ext cx="1472184" cy="0"/>
          </a:xfrm>
          <a:prstGeom prst="line">
            <a:avLst/>
          </a:prstGeom>
          <a:ln w="25400">
            <a:solidFill>
              <a:srgbClr val="D7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26080" y="2011680"/>
            <a:ext cx="621792" cy="621792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75688"/>
            <a:ext cx="621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852928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232D"/>
                </a:solidFill>
                <a:latin typeface="Aptos"/>
              </a:rPr>
              <a:t>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18688"/>
            <a:ext cx="1783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57074"/>
                </a:solidFill>
                <a:latin typeface="Aptos"/>
              </a:rPr>
              <a:t>User opens a relevant service/module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322576"/>
            <a:ext cx="1472184" cy="0"/>
          </a:xfrm>
          <a:prstGeom prst="line">
            <a:avLst/>
          </a:prstGeom>
          <a:ln w="25400">
            <a:solidFill>
              <a:srgbClr val="D7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12080" y="2011680"/>
            <a:ext cx="621792" cy="621792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2075688"/>
            <a:ext cx="621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852928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232D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18688"/>
            <a:ext cx="1783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57074"/>
                </a:solidFill>
                <a:latin typeface="Aptos"/>
              </a:rPr>
              <a:t>Application checks the submitted information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2322576"/>
            <a:ext cx="1472184" cy="0"/>
          </a:xfrm>
          <a:prstGeom prst="line">
            <a:avLst/>
          </a:prstGeom>
          <a:ln w="25400">
            <a:solidFill>
              <a:srgbClr val="D7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498079" y="2011680"/>
            <a:ext cx="621792" cy="621792"/>
          </a:xfrm>
          <a:prstGeom prst="ellipse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075688"/>
            <a:ext cx="621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2852928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232D"/>
                </a:solidFill>
                <a:latin typeface="Aptos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19" y="3218688"/>
            <a:ext cx="1783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57074"/>
                </a:solidFill>
                <a:latin typeface="Aptos"/>
              </a:rPr>
              <a:t>MySQL creates or updates the record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6448" y="2322576"/>
            <a:ext cx="1472184" cy="0"/>
          </a:xfrm>
          <a:prstGeom prst="line">
            <a:avLst/>
          </a:prstGeom>
          <a:ln w="25400">
            <a:solidFill>
              <a:srgbClr val="D7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84080" y="2011680"/>
            <a:ext cx="621792" cy="621792"/>
          </a:xfrm>
          <a:prstGeom prst="ellipse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2075688"/>
            <a:ext cx="621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1" y="2852928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232D"/>
                </a:solidFill>
                <a:latin typeface="Aptos"/>
              </a:rP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218688"/>
            <a:ext cx="1783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57074"/>
                </a:solidFill>
                <a:latin typeface="Aptos"/>
              </a:rPr>
              <a:t>Dashboard / module displays current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02412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6232D"/>
                </a:solidFill>
                <a:latin typeface="Aptos"/>
              </a:rPr>
              <a:t>This workflow reflects the report's separation of frontend interaction, backend validation/business rules and central MySQL persistence.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847B"/>
                </a:solidFill>
                <a:latin typeface="Aptos"/>
              </a:rPr>
              <a:t>13 •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32D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57074"/>
                </a:solidFill>
                <a:latin typeface="Aptos"/>
              </a:rPr>
              <a:t>Planned extensions identified in the project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" y="1763385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70408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Student and administrator access on mobile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64008" cy="70408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92808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Online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04288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Integration for hostel and mess fee payments.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87752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587752"/>
            <a:ext cx="64008" cy="70408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711196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Biometric / QR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More direct attendance capture.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87752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587752"/>
            <a:ext cx="64008" cy="70408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AI Food Demand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Support food planning and reduce wastage.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83864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483864"/>
            <a:ext cx="64008" cy="70408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85032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IoT Hostel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96512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Monitor electricity, water and room conditions.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483864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483864"/>
            <a:ext cx="64008" cy="70408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685032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Real-Time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96512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SMS, email or mobile alerts.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79976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379976"/>
            <a:ext cx="64008" cy="70408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581144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AI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Answer common student queries.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379976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4379976"/>
            <a:ext cx="64008" cy="70408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581144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Advanced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92624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Deeper hostel and mess performance dashboards.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276088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5276088"/>
            <a:ext cx="64008" cy="704088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477255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Digital Visitor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88736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Track hostel visitors digitally.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276088"/>
            <a:ext cx="516636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5276088"/>
            <a:ext cx="64008" cy="704088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5477255"/>
            <a:ext cx="47365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Cloud 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888736"/>
            <a:ext cx="4709160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Secure access from different locations.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074"/>
                </a:solidFill>
                <a:latin typeface="Aptos"/>
              </a:rPr>
              <a:t>Smart Hostel &amp; Mess Administration Management Information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5707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B49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40080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FFFFFF"/>
                </a:solidFill>
                <a:latin typeface="Aptos"/>
              </a:rPr>
              <a:t>A single digital platform for
smarter hostel &amp; mess administration.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61264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2E0DD"/>
                </a:solidFill>
                <a:latin typeface="Aptos"/>
              </a:rPr>
              <a:t>The project brings student information, accommodation, fees, attendance, mess activities, complaints, notices and reporting into a centralized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14300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79" y="1143000"/>
            <a:ext cx="64008" cy="1051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344168"/>
            <a:ext cx="331927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Centralized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755648"/>
            <a:ext cx="3291839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One place for operational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487168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79" y="2487168"/>
            <a:ext cx="64008" cy="1051560"/>
          </a:xfrm>
          <a:prstGeom prst="rect">
            <a:avLst/>
          </a:prstGeom>
          <a:solidFill>
            <a:srgbClr val="E0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688336"/>
            <a:ext cx="331927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099816"/>
            <a:ext cx="3291839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Less paperwork and structured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831336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79" y="3831336"/>
            <a:ext cx="64008" cy="1051560"/>
          </a:xfrm>
          <a:prstGeom prst="rect">
            <a:avLst/>
          </a:prstGeom>
          <a:solidFill>
            <a:srgbClr val="118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032504"/>
            <a:ext cx="331927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32D"/>
                </a:solidFill>
                <a:latin typeface="Aptos"/>
              </a:rPr>
              <a:t>Extensible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443984"/>
            <a:ext cx="3291839" cy="2834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57074"/>
                </a:solidFill>
                <a:latin typeface="Aptos"/>
              </a:rPr>
              <a:t>Ready for mobile, AI, IoT and cloud enhancements.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715000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44768"/>
            <a:ext cx="3200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8CBC8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6</TotalTime>
  <Words>1271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Bhavitha Reddy</dc:creator>
  <cp:keywords/>
  <dc:description>generated using python-pptx</dc:description>
  <cp:lastModifiedBy>Bhavitha Reddy</cp:lastModifiedBy>
  <cp:revision>2</cp:revision>
  <dcterms:created xsi:type="dcterms:W3CDTF">2013-01-27T09:14:16Z</dcterms:created>
  <dcterms:modified xsi:type="dcterms:W3CDTF">2026-10-02T13:42:56Z</dcterms:modified>
  <cp:category/>
</cp:coreProperties>
</file>